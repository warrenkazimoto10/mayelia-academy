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5" d="100"/>
          <a:sy n="105" d="100"/>
        </p:scale>
        <p:origin x="1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56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71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9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1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69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13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02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68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52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14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42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73A32-AF52-354F-A59A-E134BF02BDB9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BC2AF-EF0F-A244-8BF8-50BA1B606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88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B6D40-96B9-D3D6-59AA-6BA31A64A6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801884" y="3954457"/>
            <a:ext cx="9088041" cy="565478"/>
          </a:xfrm>
        </p:spPr>
        <p:txBody>
          <a:bodyPr>
            <a:noAutofit/>
          </a:bodyPr>
          <a:lstStyle/>
          <a:p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 et Prénom(s)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32D161-91B9-4F53-51DF-87C38AADA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9727" y="6181345"/>
            <a:ext cx="1686569" cy="304799"/>
          </a:xfrm>
        </p:spPr>
        <p:txBody>
          <a:bodyPr>
            <a:normAutofit lnSpcReduction="10000"/>
          </a:bodyPr>
          <a:lstStyle/>
          <a:p>
            <a:pPr algn="l"/>
            <a:r>
              <a:rPr lang="fr-FR" sz="1600" dirty="0"/>
              <a:t>LA PRÉSIDENTE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F3508E2A-AC2C-5702-F892-291FFEC5A6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862" y="5583937"/>
            <a:ext cx="8514088" cy="304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rgbClr val="223265"/>
                </a:solidFill>
              </a:rPr>
              <a:t>Fait à Abidjan, le xx Septembre 2025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B7726AD-9532-0056-12C2-31BD013729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860" y="3229034"/>
            <a:ext cx="8514088" cy="304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rgbClr val="223265"/>
                </a:solidFill>
              </a:rPr>
              <a:t>Le présent document atteste que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9D642B3D-F7F1-9178-95C3-84B5F52DEB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82187" y="4580895"/>
            <a:ext cx="8327434" cy="856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223265"/>
                </a:solidFill>
              </a:rPr>
              <a:t>a suivi avec succès  la formation </a:t>
            </a:r>
            <a:r>
              <a:rPr lang="fr-FR" sz="1800" b="1" dirty="0">
                <a:solidFill>
                  <a:srgbClr val="223265"/>
                </a:solidFill>
              </a:rPr>
              <a:t>d’Inspecteur Technique Automobile </a:t>
            </a:r>
            <a:r>
              <a:rPr lang="fr-FR" sz="1800" dirty="0">
                <a:solidFill>
                  <a:srgbClr val="223265"/>
                </a:solidFill>
              </a:rPr>
              <a:t>dans la période du 21 Mai au 16 Août 2025.</a:t>
            </a:r>
          </a:p>
        </p:txBody>
      </p:sp>
    </p:spTree>
    <p:extLst>
      <p:ext uri="{BB962C8B-B14F-4D97-AF65-F5344CB8AC3E}">
        <p14:creationId xmlns:p14="http://schemas.microsoft.com/office/powerpoint/2010/main" val="2096515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41</Words>
  <Application>Microsoft Macintosh PowerPoint</Application>
  <PresentationFormat>Personnalisé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Thème Office</vt:lpstr>
      <vt:lpstr>Nom et Prénom(s)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Ira Marius N'Goran | MACI</dc:creator>
  <cp:lastModifiedBy>Ira Marius N'Goran | MACI</cp:lastModifiedBy>
  <cp:revision>7</cp:revision>
  <dcterms:created xsi:type="dcterms:W3CDTF">2025-06-02T09:49:22Z</dcterms:created>
  <dcterms:modified xsi:type="dcterms:W3CDTF">2025-07-10T09:06:06Z</dcterms:modified>
</cp:coreProperties>
</file>